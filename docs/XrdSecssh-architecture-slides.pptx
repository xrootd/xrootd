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github.com/cern-eos/xrootd/tree/XrdSecssh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xroot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pic>
        <p:nvPicPr>
          <p:cNvPr id="3" name="Picture 2" descr="cern-logo.s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64592"/>
            <a:ext cx="475488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749808"/>
            <a:ext cx="12191695" cy="19050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8923A"/>
                </a:solidFill>
                <a:latin typeface="Calibri"/>
              </a:rPr>
              <a:t>1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7F4EF"/>
                </a:solidFill>
                <a:latin typeface="Calibri"/>
              </a:rPr>
              <a:t>XrdSecssh for XRootD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520440"/>
            <a:ext cx="1463040" cy="38100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4903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A0BF"/>
                </a:solidFill>
                <a:latin typeface="Calibri"/>
              </a:rPr>
              <a:t>Dr. Andreas-Joachim Peters - CERN IT-SD-PSS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60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8923A"/>
                </a:solidFill>
                <a:latin typeface="Calibri"/>
              </a:rPr>
              <a:t>XROOTD WORKSHOP LYON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17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8923A"/>
                </a:solidFill>
                <a:latin typeface="Calibri"/>
                <a:hlinkClick r:id="rId4"/>
              </a:rPr>
              <a:t>github.com/cern-eos/xrootd - branch XrdSecssh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xroot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pic>
        <p:nvPicPr>
          <p:cNvPr id="3" name="Picture 2" descr="cern-logo.s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64592"/>
            <a:ext cx="475488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749808"/>
            <a:ext cx="12191695" cy="19050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8923A"/>
                </a:solidFill>
                <a:latin typeface="Calibri"/>
              </a:rPr>
              <a:t>2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0BF"/>
                </a:solidFill>
                <a:latin typeface="Calibri"/>
              </a:rPr>
              <a:t>XROOTD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7F4EF"/>
                </a:solidFill>
                <a:latin typeface="Calibri"/>
              </a:rPr>
              <a:t>SSH-key login, over TLS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BFB6"/>
                </a:solidFill>
                <a:latin typeface="Calibri"/>
              </a:rPr>
              <a:t>sec.protocol ssh authenticates a client with an SSH public key or an OpenSSH user certificate. The server never sees a password. TLS authenticates the server and carries the handshake; the plugin maps a proven key to a local username.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834640"/>
            <a:ext cx="3566160" cy="320040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926080"/>
            <a:ext cx="3346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8923A"/>
                </a:solidFill>
                <a:latin typeface="Calibri"/>
              </a:rPr>
              <a:t>AUTHN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127248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XrdSecssh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438144"/>
            <a:ext cx="3346704" cy="2505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Who is this?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Challenge/response over a key or user cert.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Sets XrdSecEntity.name. No path decision.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834640"/>
            <a:ext cx="3566160" cy="320040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2926080"/>
            <a:ext cx="3346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8923A"/>
                </a:solidFill>
                <a:latin typeface="Calibri"/>
              </a:rPr>
              <a:t>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3127248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Keys or 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3438144"/>
            <a:ext cx="3346704" cy="2505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keys-file maps raw keys to users.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ca-keys-file validates OpenSSH user certificates.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Either trust source is enough at init.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834640"/>
            <a:ext cx="3566160" cy="320040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7" y="2926080"/>
            <a:ext cx="3346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A0BF"/>
                </a:solidFill>
                <a:latin typeface="Calibri"/>
              </a:rPr>
              <a:t>BOUND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7" y="3127248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Host in the signature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7" y="3438144"/>
            <a:ext cx="3346704" cy="2505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The client signs the hostname it connected to.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A rogue redirect target cannot replay that signature onto another server.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xroot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pic>
        <p:nvPicPr>
          <p:cNvPr id="3" name="Picture 2" descr="cern-logo.s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64592"/>
            <a:ext cx="475488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749808"/>
            <a:ext cx="12191695" cy="19050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8923A"/>
                </a:solidFill>
                <a:latin typeface="Calibri"/>
              </a:rPr>
              <a:t>3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0BF"/>
                </a:solidFill>
                <a:latin typeface="Calibri"/>
              </a:rPr>
              <a:t>TALK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7F4EF"/>
                </a:solidFill>
                <a:latin typeface="Calibri"/>
              </a:rPr>
              <a:t>Contents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F7F4EF"/>
                </a:solidFill>
                <a:latin typeface="Calibri"/>
              </a:rPr>
              <a:t>•  1   Why SSH keys - and why not libssh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F7F4EF"/>
                </a:solidFill>
                <a:latin typeface="Calibri"/>
              </a:rPr>
              <a:t>•  2   Handshake: init, challenge, signed host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F7F4EF"/>
                </a:solidFill>
                <a:latin typeface="Calibri"/>
              </a:rPr>
              <a:t>•  3   Raw keys vs OpenSSH user certificates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F7F4EF"/>
                </a:solidFill>
                <a:latin typeface="Calibri"/>
              </a:rPr>
              <a:t>•  4   Principal mapping, policy, revocation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F7F4EF"/>
                </a:solidFill>
                <a:latin typeface="Calibri"/>
              </a:rPr>
              <a:t>•  5   Client keys, ssh-agent, configuration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F7F4EF"/>
                </a:solidFill>
                <a:latin typeface="Calibri"/>
              </a:rPr>
              <a:t>•  6   Hardening, tests and status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xroot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pic>
        <p:nvPicPr>
          <p:cNvPr id="3" name="Picture 2" descr="cern-logo.s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64592"/>
            <a:ext cx="475488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749808"/>
            <a:ext cx="12191695" cy="19050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8923A"/>
                </a:solidFill>
                <a:latin typeface="Calibri"/>
              </a:rPr>
              <a:t>4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0BF"/>
                </a:solidFill>
                <a:latin typeface="Calibri"/>
              </a:rPr>
              <a:t>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7F4EF"/>
                </a:solidFill>
                <a:latin typeface="Calibri"/>
              </a:rPr>
              <a:t>A key you already have, not another token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BFB6"/>
                </a:solidFill>
                <a:latin typeface="Calibri"/>
              </a:rPr>
              <a:t>Unix and host protocols trust the connection. GSI and OIDC bring a PKI or an issuer. SSH keys are already on laptops and in authorized_keys. This plugin reuses that material on root:// over TLS.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514600"/>
          <a:ext cx="114300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023360"/>
                <a:gridCol w="5120640"/>
              </a:tblGrid>
              <a:tr h="56388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B8923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E18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B8923A"/>
                          </a:solidFill>
                          <a:latin typeface="Calibri"/>
                        </a:rPr>
                        <a:t>unix / host</a:t>
                      </a:r>
                    </a:p>
                  </a:txBody>
                  <a:tcPr>
                    <a:solidFill>
                      <a:srgbClr val="1E18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B8923A"/>
                          </a:solidFill>
                          <a:latin typeface="Calibri"/>
                        </a:rPr>
                        <a:t>This plugin</a:t>
                      </a:r>
                    </a:p>
                  </a:txBody>
                  <a:tcPr>
                    <a:solidFill>
                      <a:srgbClr val="1E1810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Who am I?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Peer address or local uid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Proven SSH key or user certificate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Secret on the wire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None / implicit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Signature of nonce + host + fingerprint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Server proof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None in the sec handshake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TLS server certificate (mandatory)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Federation risk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Host binding stops a redirect-target relay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HTTPS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Separate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Native root:// only; TLS is still required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BFB6"/>
                </a:solidFill>
                <a:latin typeface="Calibri"/>
              </a:rPr>
              <a:t>Client authentication only. Do not disable TLS peer verification. Acc / ofs.authlib authorizes paths after login.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xroot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pic>
        <p:nvPicPr>
          <p:cNvPr id="3" name="Picture 2" descr="cern-logo.s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64592"/>
            <a:ext cx="475488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749808"/>
            <a:ext cx="12191695" cy="19050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8923A"/>
                </a:solidFill>
                <a:latin typeface="Calibri"/>
              </a:rPr>
              <a:t>5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0BF"/>
                </a:solidFill>
                <a:latin typeface="Calibri"/>
              </a:rPr>
              <a:t>DEPENDENCIES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7F4EF"/>
                </a:solidFill>
                <a:latin typeface="Calibri"/>
              </a:rPr>
              <a:t>We use SSH key formats, not the SSH protocol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BFB6"/>
                </a:solidFill>
                <a:latin typeface="Calibri"/>
              </a:rPr>
              <a:t>libssh and libssh2 implement RFC 4253: KEX, channels, SFTP, a second TCP stack. This plugin never opens an SSH session. It proves possession of a key over the TLS connection XRootD already has, using OpenSSL (already linked).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560320"/>
          <a:ext cx="1143000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297680"/>
                <a:gridCol w="5120640"/>
              </a:tblGrid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B8923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E18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B8923A"/>
                          </a:solidFill>
                          <a:latin typeface="Calibri"/>
                        </a:rPr>
                        <a:t>libssh / libssh2</a:t>
                      </a:r>
                    </a:p>
                  </a:txBody>
                  <a:tcPr>
                    <a:solidFill>
                      <a:srgbClr val="1E18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B8923A"/>
                          </a:solidFill>
                          <a:latin typeface="Calibri"/>
                        </a:rPr>
                        <a:t>What we actually need</a:t>
                      </a:r>
                    </a:p>
                  </a:txBody>
                  <a:tcPr>
                    <a:solidFill>
                      <a:srgbClr val="1E1810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Transport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SSH binary packet + KEX + MAC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XRootD credentials on TLS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Crypto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Their own OpenSSL/gcrypt wrapper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OpenSSL EVP - already in the tree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Keys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Full client identity + known_hosts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Parse ssh-ed25519 / ssh-rsa blobs and OpenSSH certs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Whole agent client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Two RPCs: list identities, sign (+ euid / mode checks)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Policy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OpenSSH server semantics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Host binding, deny-users, fail-closed critical options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59436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BFB6"/>
                </a:solidFill>
                <a:latin typeface="Calibri"/>
              </a:rPr>
              <a:t>A second SSH library would add a packaging dependency, unused attack surface, and a handshake we would still have to replace. The wire format is xrdsec-ssh-v2, not SSH.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xroot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pic>
        <p:nvPicPr>
          <p:cNvPr id="3" name="Picture 2" descr="cern-logo.s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64592"/>
            <a:ext cx="475488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749808"/>
            <a:ext cx="12191695" cy="19050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8923A"/>
                </a:solidFill>
                <a:latin typeface="Calibri"/>
              </a:rPr>
              <a:t>6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0BF"/>
                </a:solidFill>
                <a:latin typeface="Calibri"/>
              </a:rPr>
              <a:t>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7F4EF"/>
                </a:solidFill>
                <a:latin typeface="Calibri"/>
              </a:rPr>
              <a:t>Two round-trips, one per-connection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BFB6"/>
                </a:solidFill>
                <a:latin typeface="Calibri"/>
              </a:rPr>
              <a:t>Protocol version 1. Signed payload is xrdsec-ssh-v2 || string(host) || string(nonce) || string(fp). Challenge state lives on the protocol object, not in a global table.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468880"/>
            <a:ext cx="2743200" cy="128016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2560320"/>
            <a:ext cx="2523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1  Init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" y="2871216"/>
            <a:ext cx="252374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user + key / cert blob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2468880"/>
            <a:ext cx="2743200" cy="128016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01568" y="2560320"/>
            <a:ext cx="2523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2  Challenge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2871216"/>
            <a:ext cx="252374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nonce + fingerprint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468880"/>
            <a:ext cx="2743200" cy="128016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2560320"/>
            <a:ext cx="2523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3 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2871216"/>
            <a:ext cx="252374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sig + connected host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2468880"/>
            <a:ext cx="2697480" cy="128016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62288" y="2560320"/>
            <a:ext cx="2478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4  Entity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2288" y="2871216"/>
            <a:ext cx="247802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name · prot=ssh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931920"/>
            <a:ext cx="5486400" cy="192024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4023359"/>
            <a:ext cx="5266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TLS is mandatory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4334255"/>
            <a:ext cx="5266944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needTLS() == true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Non-TLS constructors refuse the protocol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931920"/>
            <a:ext cx="5486400" cy="192024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7648" y="4023359"/>
            <a:ext cx="5266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Verify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4334255"/>
            <a:ext cx="5266944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PendingChallenge: per object, single-use, -nonce-ttl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host ∈ accepted names · signature · mapping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xroot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pic>
        <p:nvPicPr>
          <p:cNvPr id="3" name="Picture 2" descr="cern-logo.s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64592"/>
            <a:ext cx="475488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749808"/>
            <a:ext cx="12191695" cy="19050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8923A"/>
                </a:solidFill>
                <a:latin typeface="Calibri"/>
              </a:rPr>
              <a:t>7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0BF"/>
                </a:solidFill>
                <a:latin typeface="Calibri"/>
              </a:rPr>
              <a:t>TRUST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7F4EF"/>
                </a:solidFill>
                <a:latin typeface="Calibri"/>
              </a:rPr>
              <a:t>Raw keys and user certificates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BFB6"/>
                </a:solidFill>
                <a:latin typeface="Calibri"/>
              </a:rPr>
              <a:t>Init requires at least one usable trust source. Certificate-only sites may leave keys-file empty when -ca-keys-file loads.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68880"/>
            <a:ext cx="5486400" cy="347472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560320"/>
            <a:ext cx="52669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8923A"/>
                </a:solidFill>
                <a:latin typeface="Calibri"/>
              </a:rPr>
              <a:t>RAW 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761488"/>
            <a:ext cx="5266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keys-file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072384"/>
            <a:ext cx="5266944" cy="2779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alice ssh-ed25519 AAAA…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or authorized_keys style ssh-ed25519 AAAA… alice@host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Fingerprint must match a loaded key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Requested user must match the mapped account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Read once at plugin init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468880"/>
            <a:ext cx="5486400" cy="347472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2560320"/>
            <a:ext cx="52669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A0BF"/>
                </a:solidFill>
                <a:latin typeface="Calibri"/>
              </a:rPr>
              <a:t>USER CERT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2761488"/>
            <a:ext cx="5266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ca-keys-file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3072384"/>
            <a:ext cx="5266944" cy="2779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ssh-ed25519-cert-v01@openssh.com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ssh-rsa-cert-v01@openssh.com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CA signature, type=1, validity window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Any critical option is a fail-closed reject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Client must present the cert via ssh-agent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0350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BFB6"/>
                </a:solidFill>
                <a:latin typeface="Calibri"/>
              </a:rPr>
              <a:t>V1: ssh-ed25519, ssh-rsa (≥2048). ECDSA and FIDO sk-* are not supported. RSA signatures must be rsa-sha2-256.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xroot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pic>
        <p:nvPicPr>
          <p:cNvPr id="3" name="Picture 2" descr="cern-logo.s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64592"/>
            <a:ext cx="475488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749808"/>
            <a:ext cx="12191695" cy="19050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8923A"/>
                </a:solidFill>
                <a:latin typeface="Calibri"/>
              </a:rPr>
              <a:t>8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0BF"/>
                </a:solidFill>
                <a:latin typeface="Calibri"/>
              </a:rPr>
              <a:t>HOST BINDING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7F4EF"/>
                </a:solidFill>
                <a:latin typeface="Calibri"/>
              </a:rPr>
              <a:t>A signature is only good for the host you reached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BFB6"/>
                </a:solidFill>
                <a:latin typeface="Calibri"/>
              </a:rPr>
              <a:t>Without a host in the signed payload, a malicious data server (or a redirect you followed) can relay the client’s signature onto every other server that trusts the same keys.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60320"/>
            <a:ext cx="5486400" cy="338328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651760"/>
            <a:ext cx="52669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8923A"/>
                </a:solidFill>
                <a:latin typeface="Calibri"/>
              </a:rPr>
              <a:t>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852928"/>
            <a:ext cx="5266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Signs the URL host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163824"/>
            <a:ext cx="5266944" cy="2688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XrdSecProtocolsshObject gets the connected hostname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Normalised: lower-case, no trailing dot, no [ipv6]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Response carries that host next to the signature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Challenge fingerprint must match the presented key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560320"/>
            <a:ext cx="5486400" cy="338328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2651760"/>
            <a:ext cx="52669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A0BF"/>
                </a:solidFill>
                <a:latin typeface="Calibri"/>
              </a:rPr>
              <a:t>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2852928"/>
            <a:ext cx="5266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Accepts only its own names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3163824"/>
            <a:ext cx="5266944" cy="2688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FQDN, kernel hostname (long + short)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localhost, 127.0.0.1, ::1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Plus -hostnames a,b,… for aliases and VIPs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Unknown host → “bound to a different server”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0350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BFB6"/>
                </a:solidFill>
                <a:latin typeface="Calibri"/>
              </a:rPr>
              <a:t>Not TLS channel binding. Closes the relay path while staying independent of the TLS stack.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xroot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pic>
        <p:nvPicPr>
          <p:cNvPr id="3" name="Picture 2" descr="cern-logo.s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64592"/>
            <a:ext cx="475488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749808"/>
            <a:ext cx="12191695" cy="19050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8923A"/>
                </a:solidFill>
                <a:latin typeface="Calibri"/>
              </a:rPr>
              <a:t>9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0BF"/>
                </a:solidFill>
                <a:latin typeface="Calibri"/>
              </a:rPr>
              <a:t>CERTIFICATES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7F4EF"/>
                </a:solidFill>
                <a:latin typeface="Calibri"/>
              </a:rPr>
              <a:t>What must be true of a user cert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BFB6"/>
                </a:solidFill>
                <a:latin typeface="Calibri"/>
              </a:rPr>
              <a:t>The CA is fully trusted. Restrict ca-keys-file. Empty principals are not a wildcard unless you opt in.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2331720"/>
          <a:ext cx="113385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7782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B8923A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>
                    <a:solidFill>
                      <a:srgbClr val="1E18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B8923A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>
                    <a:solidFill>
                      <a:srgbClr val="1E181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TLS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Plugin constructors refuse non-TLS connections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User certificate only (type=1)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Validity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valid_after / valid_before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Critical options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Any option (force-command, source-address, …) is rejected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Principals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Must contain the requested user if the list is non-empty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Empty principals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Rejected unless -allow-empty-principals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RSA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≥ 2048 bit subject key; CA sig label rsa-sha2-256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Revocation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Subject key, cert fingerprint, serial, key id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xroot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pic>
        <p:nvPicPr>
          <p:cNvPr id="3" name="Picture 2" descr="cern-logo.s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64592"/>
            <a:ext cx="475488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749808"/>
            <a:ext cx="12191695" cy="19050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8923A"/>
                </a:solidFill>
                <a:latin typeface="Calibri"/>
              </a:rPr>
              <a:t>10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0BF"/>
                </a:solidFill>
                <a:latin typeface="Calibri"/>
              </a:rPr>
              <a:t>MAPPING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7F4EF"/>
                </a:solidFill>
                <a:latin typeface="Calibri"/>
              </a:rPr>
              <a:t>From principal to local account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BFB6"/>
                </a:solidFill>
                <a:latin typeface="Calibri"/>
              </a:rPr>
              <a:t>When mapping is enabled, the requested user is preferred if it is a listed, mappable principal. [root, alice] + request alice works.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68880"/>
            <a:ext cx="5486400" cy="347472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560320"/>
            <a:ext cx="52669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8923A"/>
                </a:solidFill>
                <a:latin typeface="Calibri"/>
              </a:rPr>
              <a:t>OPTIONS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761488"/>
            <a:ext cx="5266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Direct and 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072384"/>
            <a:ext cx="5266944" cy="2779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-principal-as-user - principal is a local name or uid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-principal-map - /etc/xrootd/ssh_principals.map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-principal-map-file &lt;path&gt;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Direct mapping is tried first, then the file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Map file is hot-reloaded (stat inode / mtime)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468880"/>
            <a:ext cx="5486400" cy="347472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2560320"/>
            <a:ext cx="52669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A0BF"/>
                </a:solidFill>
                <a:latin typeface="Calibri"/>
              </a:rPr>
              <a:t>POLICY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2761488"/>
            <a:ext cx="5266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After every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3072384"/>
            <a:ext cx="5266944" cy="2779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Username charset + length cap (64)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-deny-users default root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-deny-users none clears the list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NSS lookups run outside the map mutex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No global lock on the auth path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xroot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pic>
        <p:nvPicPr>
          <p:cNvPr id="3" name="Picture 2" descr="cern-logo.s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64592"/>
            <a:ext cx="475488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749808"/>
            <a:ext cx="12191695" cy="19050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8923A"/>
                </a:solidFill>
                <a:latin typeface="Calibri"/>
              </a:rPr>
              <a:t>11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0BF"/>
                </a:solidFill>
                <a:latin typeface="Calibri"/>
              </a:rPr>
              <a:t>REVOCATION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7F4EF"/>
                </a:solidFill>
                <a:latin typeface="Calibri"/>
              </a:rPr>
              <a:t>A text list, hot-reloaded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BFB6"/>
                </a:solidFill>
                <a:latin typeface="Calibri"/>
              </a:rPr>
              <a:t>Binary OpenSSH KRLs are not parsed. Use ssh-keygen -L for serial and key id, then list them.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377440"/>
            <a:ext cx="5486400" cy="365760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468880"/>
            <a:ext cx="5266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revoked-keys-file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779776"/>
            <a:ext cx="5266944" cy="3163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ssh-ed25519 AAAA… - raw or subject key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SHA256:base64fingerprint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serial: 42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id: alice-2026-01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Same file-safety checks as the keys file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77440"/>
            <a:ext cx="5486400" cy="365760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468880"/>
            <a:ext cx="5266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Checked on init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779776"/>
            <a:ext cx="5266944" cy="3163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Raw key fingerprint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Certificate fingerprint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Certificate subject-key fingerprint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Serial and OpenSSH key id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Client sees “key or certificate is revoked”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xroot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pic>
        <p:nvPicPr>
          <p:cNvPr id="3" name="Picture 2" descr="cern-logo.s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64592"/>
            <a:ext cx="475488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749808"/>
            <a:ext cx="12191695" cy="19050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8923A"/>
                </a:solidFill>
                <a:latin typeface="Calibri"/>
              </a:rPr>
              <a:t>12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0BF"/>
                </a:solidFill>
                <a:latin typeface="Calibri"/>
              </a:rPr>
              <a:t>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7F4EF"/>
                </a:solidFill>
                <a:latin typeface="Calibri"/>
              </a:rPr>
              <a:t>PEM, OpenSSH files, or ssh-agent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BFB6"/>
                </a:solidFill>
                <a:latin typeface="Calibri"/>
              </a:rPr>
              <a:t>The first usable source wins. Certificate identities require the agent. Encrypted keys are refused - the client never prompts.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242316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4023360"/>
                <a:gridCol w="6400800"/>
              </a:tblGrid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B8923A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E18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B8923A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1E18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B8923A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>
                    <a:solidFill>
                      <a:srgbClr val="1E1810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XRD_SSH_KEY_FILE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OpenSSH native or PEM/PKCS8; alias XRD_SSH_PRIVATE_KEY_FILE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SSH_AUTH_SOCK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Used if no key file, or when XRD_SSH_AGENT=1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~/.ssh/id_ed25519 then id_rsa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Only if neither env is set and XRD_SSH_USER is unset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XRD_SSH_USER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Else USER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XRD_SSH_AGENT_FINGERPRINT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Pick one agent identity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576072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BFB6"/>
                </a:solidFill>
                <a:latin typeface="Calibri"/>
              </a:rPr>
              <a:t>Key files and agent sockets must be euid-owned and not group/other accessible. Keys are read from the checked fd (O_NOFOLLOW). Agent I/O times out after 10 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xroot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pic>
        <p:nvPicPr>
          <p:cNvPr id="3" name="Picture 2" descr="cern-logo.s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64592"/>
            <a:ext cx="475488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749808"/>
            <a:ext cx="12191695" cy="19050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8923A"/>
                </a:solidFill>
                <a:latin typeface="Calibri"/>
              </a:rPr>
              <a:t>13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0BF"/>
                </a:solidFill>
                <a:latin typeface="Calibri"/>
              </a:rPr>
              <a:t>CONFIGURATION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7F4EF"/>
                </a:solidFill>
                <a:latin typeface="Calibri"/>
              </a:rPr>
              <a:t>sec.protocol ssh 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5486400" cy="420624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965960"/>
            <a:ext cx="5266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xrootd.cf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276856"/>
            <a:ext cx="5266944" cy="3712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xrootd.seclib libXrdSec.so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xrootd.tls all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sec.protocol ssh -keys-file /etc/xrootd/ssh_authorized_keys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-ca-keys-file /etc/xrootd/ssh_ca_keys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-revoked-keys-file /etc/xrootd/ssh_revoked_keys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-principal-as-user -principal-map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-hostnames data1.example.org,vip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-deny-users root,daemon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5486400" cy="420624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965960"/>
            <a:ext cx="5266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Defaults and ranges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276856"/>
            <a:ext cx="5266944" cy="3712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keys-file /etc/xrootd/ssh_authorized_keys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-maxsz 8192 (1 … 524288)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-nonce-ttl 30 s (1 … 600)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keys / CA files: init only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principal-map and revoked: hot-reload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Files: regular, euid owner, not group/other writable, O_NOFOLLOW, ≤ 10 MB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xroot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pic>
        <p:nvPicPr>
          <p:cNvPr id="3" name="Picture 2" descr="cern-logo.s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64592"/>
            <a:ext cx="475488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749808"/>
            <a:ext cx="12191695" cy="19050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8923A"/>
                </a:solidFill>
                <a:latin typeface="Calibri"/>
              </a:rPr>
              <a:t>14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0BF"/>
                </a:solidFill>
                <a:latin typeface="Calibri"/>
              </a:rPr>
              <a:t>HARDENING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7F4EF"/>
                </a:solidFill>
                <a:latin typeface="Calibri"/>
              </a:rPr>
              <a:t>What we refuse to do on the hot path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874519"/>
          <a:ext cx="114300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7223760"/>
              </a:tblGrid>
              <a:tr h="47752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B8923A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>
                    <a:solidFill>
                      <a:srgbClr val="1E18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B8923A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>
                    <a:solidFill>
                      <a:srgbClr val="1E1810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Signature relay via redirect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Host in the signed payload; accepted-name set + -hostnames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Global challenge table DoS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Per-object PendingChallenge; dies with the connection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Empty-principal wildcard / root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Reject empty principals by default; -deny-users root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Mapping leak to the client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Generic “SSH authentication failed.”; detail in the server log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Small RSA / SHA-1 labels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≥ 2048 bit; rsa-sha2-256 only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Key-file TOCTOU / symlink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O_NOFOLLOW, fstat, read the checked fd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Wedged ssh-agent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10 s send/receive timeout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Parser DoS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F7F4EF"/>
                          </a:solidFill>
                          <a:latin typeface="Calibri"/>
                        </a:rPr>
                        <a:t>64 KiB wire fields; line / base64 / cred size caps</a:t>
                      </a:r>
                    </a:p>
                  </a:txBody>
                  <a:tcPr>
                    <a:solidFill>
                      <a:srgbClr val="16141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26364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BFB6"/>
                </a:solidFill>
                <a:latin typeface="Calibri"/>
              </a:rPr>
              <a:t>Debug (-debug / XrdSecDEBUG=1) redacts fingerprints and omits usernames and socket paths.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xroot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pic>
        <p:nvPicPr>
          <p:cNvPr id="3" name="Picture 2" descr="cern-logo.s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64592"/>
            <a:ext cx="475488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749808"/>
            <a:ext cx="12191695" cy="19050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8923A"/>
                </a:solidFill>
                <a:latin typeface="Calibri"/>
              </a:rPr>
              <a:t>15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0BF"/>
                </a:solidFill>
                <a:latin typeface="Calibri"/>
              </a:rPr>
              <a:t>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7F4EF"/>
                </a:solidFill>
                <a:latin typeface="Calibri"/>
              </a:rPr>
              <a:t>Unit coverage in xrdsecssh-unit-tests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BFB6"/>
                </a:solidFill>
                <a:latin typeface="Calibri"/>
              </a:rPr>
              <a:t>The test TU includes the protocol object. CMake links the vendored GTest::gtest targets (same as master).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68880"/>
            <a:ext cx="3566160" cy="329184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560320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Wire / crypto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871216"/>
            <a:ext cx="3346704" cy="2798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ed25519 / RSA sign-verify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Host binding and aliases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Trailing bytes, maxsz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Per-object challenge lifetime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OpenSSH-format and encrypted keys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468880"/>
            <a:ext cx="3566160" cy="329184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2560320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2871216"/>
            <a:ext cx="3346704" cy="2798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Empty principals default / opt-in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deny-users on raw and cert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Requested-principal preference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Generic client errors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Small RSA rejected everywhere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468880"/>
            <a:ext cx="3566160" cy="329184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7" y="2560320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7" y="2871216"/>
            <a:ext cx="3346704" cy="2798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Safe file reader / symlink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Cert type, expiry, critical opts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Revocation parse + hot-reload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Init option ranges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Cert-only init without keys-file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BFB6"/>
                </a:solidFill>
                <a:latin typeface="Calibri"/>
              </a:rPr>
              <a:t>68 tests.  ctest -R xrdsecssh-unit-tests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xroot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pic>
        <p:nvPicPr>
          <p:cNvPr id="3" name="Picture 2" descr="cern-logo.s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64592"/>
            <a:ext cx="475488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749808"/>
            <a:ext cx="12191695" cy="19050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8923A"/>
                </a:solidFill>
                <a:latin typeface="Calibri"/>
              </a:rPr>
              <a:t>16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0BF"/>
                </a:solidFill>
                <a:latin typeface="Calibri"/>
              </a:rPr>
              <a:t>OUTLOOK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7F4EF"/>
                </a:solidFill>
                <a:latin typeface="Calibri"/>
              </a:rPr>
              <a:t>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3566160" cy="338328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965960"/>
            <a:ext cx="3346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8923A"/>
                </a:solidFill>
                <a:latin typeface="Calibri"/>
              </a:rPr>
              <a:t>DONE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167128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478024"/>
            <a:ext cx="3346704" cy="2688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sec.protocol ssh + TLS gate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Raw keys and OpenSSH user certs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Host-bound challenge (v1 wire)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Principal map, deny-users, revoke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OpenSSH private-key files + agent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68 unit tests, packaging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874519"/>
            <a:ext cx="3566160" cy="338328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1965960"/>
            <a:ext cx="3346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A0BF"/>
                </a:solidFill>
                <a:latin typeface="Calibri"/>
              </a:rPr>
              <a:t>NOT DONE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2167128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Not done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478024"/>
            <a:ext cx="3346704" cy="2688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TLS channel binding / exporter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ECDSA / FIDO sk-*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Binary OpenSSH KRL files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HTTPS / XrdHttp handshake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Encrypted private keys (use agent)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874519"/>
            <a:ext cx="3566160" cy="3383280"/>
          </a:xfrm>
          <a:prstGeom prst="roundRect">
            <a:avLst/>
          </a:prstGeom>
          <a:solidFill>
            <a:srgbClr val="161416"/>
          </a:solidFill>
          <a:ln w="1270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2167" y="1965960"/>
            <a:ext cx="3346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A0BF"/>
                </a:solidFill>
                <a:latin typeface="Calibri"/>
              </a:rPr>
              <a:t>NEXT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7" y="2167128"/>
            <a:ext cx="3346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23A"/>
                </a:solidFill>
                <a:latin typeface="Calibri"/>
              </a:rPr>
              <a:t>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7" y="2478024"/>
            <a:ext cx="3346704" cy="2688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Propose the plugin for xrootd/master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Always set -hostnames for aliases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Keep CAs tight; prefer mapping + deny-users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</a:rPr>
              <a:t>• Docs: src/XrdSecssh/README.md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44068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9BFB6"/>
                </a:solidFill>
                <a:latin typeface="Calibri"/>
              </a:rPr>
              <a:t>XrdSecssh authenticates the client with an SSH key or user certificate on TLS root://. The server is authenticated by TLS. The signed host name stops a federation relay. Acc authorizes paths afterwards.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